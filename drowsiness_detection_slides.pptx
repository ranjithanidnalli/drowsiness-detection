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4457700"/>
            <a:ext cx="894283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DROWSINESS DETECTION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011680" y="2057400"/>
            <a:ext cx="51206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40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driver-monitoring system that learns the temporal pattern of drowsiness onset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tells you why it fired before you nod off.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48513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Track  ·  Design Agenda  ·  Ranjitha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RELEVANCE &amp; IMPACT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04672"/>
            <a:ext cx="8229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91440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1.73 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9496" y="1609344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deaths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 (MoRTH 2023)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804672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804672"/>
            <a:ext cx="8229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91440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19856" y="1609344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100k people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9.0 global avg (WHO)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804672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804672"/>
            <a:ext cx="8229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91440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00216" y="1609344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vehicles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driver monitoring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359152"/>
            <a:ext cx="832104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432304"/>
            <a:ext cx="8001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Drowsiness leaves no skid marks — it's logged as "driver error." Existing monitoring (Bosch, GM Super Cruise) needs dedicated IR hardware in premium vehicles. Our bet: software-only detection running on a ₹500 webcam or phone, fully offline.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"Fatigue kills on Indian highways and isn't even measured. We make detection a software problem, not a luxury hardware one."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" y="841248"/>
            <a:ext cx="1481328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6344" y="841248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47672" y="1367028"/>
            <a:ext cx="201168" cy="0"/>
          </a:xfrm>
          <a:prstGeom prst="line">
            <a:avLst/>
          </a:prstGeom>
          <a:noFill/>
          <a:ln w="2286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841248"/>
            <a:ext cx="1481328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841248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Mesh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30168" y="1367028"/>
            <a:ext cx="201168" cy="0"/>
          </a:xfrm>
          <a:prstGeom prst="line">
            <a:avLst/>
          </a:prstGeom>
          <a:noFill/>
          <a:ln w="2286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31336" y="841248"/>
            <a:ext cx="148132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31336" y="841248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CNN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(open/closed)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12664" y="1367028"/>
            <a:ext cx="201168" cy="0"/>
          </a:xfrm>
          <a:prstGeom prst="line">
            <a:avLst/>
          </a:prstGeom>
          <a:noFill/>
          <a:ln w="2286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13832" y="841248"/>
            <a:ext cx="1481328" cy="1051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13832" y="841248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95160" y="1367028"/>
            <a:ext cx="201168" cy="0"/>
          </a:xfrm>
          <a:prstGeom prst="line">
            <a:avLst/>
          </a:prstGeom>
          <a:noFill/>
          <a:ln w="2286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96328" y="841248"/>
            <a:ext cx="1481328" cy="10515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96328" y="841248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48840" y="2185416"/>
            <a:ext cx="12344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218541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· MAR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(eye &amp; yawn)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20440" y="2185416"/>
            <a:ext cx="12344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18541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(rolling 30 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92040" y="2185416"/>
            <a:ext cx="12344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18541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Head-Pose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(pitch/nod)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48840" y="2843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All signals → 30-second window → Model 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37960" y="2185416"/>
            <a:ext cx="2286000" cy="987552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29400" y="2240280"/>
            <a:ext cx="2103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"WHY" panel
</a:t>
            </a:r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CLOSED 2.1s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 41%  ·  head-nod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74116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net: PERCLOS heuristic always active — demo works even without ML models loaded.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 ·  NOVELTY  ·  DIFFERENTIATORS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03327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89611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Mesh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1152144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 landmarks + iris, CPU real-time. No GPU.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1810512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203911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90195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CNN — Model 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2157984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/ custom CNN on MRL Eye Dataset (84k images), ~95% accuracy target.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816352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" y="304495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90779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 — Model 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3163824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 window → Alert / Mild / Drowsy + feature importances for explainability.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3822192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" y="405079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91363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Dashboard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05840" y="4169664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signal plots, gauge, "why" panel. Offline. No Streamlit risk.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804672"/>
            <a:ext cx="3950208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8046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REAL AI (not a dummy project)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1188720"/>
            <a:ext cx="395020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83480" y="1261872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fixed-threshold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1572768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CNN learned eye-state probability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2194560"/>
            <a:ext cx="395020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83480" y="2267712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Single-frame beep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2578608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30-sec temporal fusion model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46320" y="3200400"/>
            <a:ext cx="395020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83480" y="3273552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3584448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"why it fired" explainability panel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46320" y="4206240"/>
            <a:ext cx="395020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83480" y="4279392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/ IR hardware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4590288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CPU + ₹500 webcam, fully offline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METRICS  ·  DEMO MOMENT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4964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86384"/>
            <a:ext cx="2560320" cy="1417320"/>
          </a:xfrm>
          <a:prstGeom prst="rect">
            <a:avLst/>
          </a:prstGeom>
          <a:solidFill>
            <a:srgbClr val="065A82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926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95%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Accuracy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9293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MRL Eye Dataset · held-out test split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786384"/>
            <a:ext cx="2560320" cy="1417320"/>
          </a:xfrm>
          <a:prstGeom prst="rect">
            <a:avLst/>
          </a:prstGeom>
          <a:solidFill>
            <a:srgbClr val="065A82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96926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85%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Accuracy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0" y="19293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· Alert / Mild / Drowsy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786384"/>
            <a:ext cx="2560320" cy="1417320"/>
          </a:xfrm>
          <a:prstGeom prst="rect">
            <a:avLst/>
          </a:prstGeom>
          <a:solidFill>
            <a:srgbClr val="065A82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96926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 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Latency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19293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drop → PERCLOS → alarm + TTS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377440"/>
            <a:ext cx="8321040" cy="1554480"/>
          </a:xfrm>
          <a:prstGeom prst="rect">
            <a:avLst/>
          </a:prstGeom>
          <a:solidFill>
            <a:srgbClr val="0D2137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4871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MOMENT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2779776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Judge sits — dashboard shows green / "Alert."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They close eyes / yawn / nod → gauge spikes red → alarm fires.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"WHY" panel lights up: </a:t>
            </a:r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CLOSED 2.1s · PERCLOS 41% · head-nod detected.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alarm gets attention. The WHY panel is what makes engineer-judges nod.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" y="41605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trained models  ·  one explainable system  ·  runs on any webcam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 Drowsiness Detection – Design Agenda</dc:title>
  <dc:subject>PptxGenJS Presentation</dc:subject>
  <dc:creator>PptxGenJS</dc:creator>
  <cp:lastModifiedBy>PptxGenJS</cp:lastModifiedBy>
  <cp:revision>1</cp:revision>
  <dcterms:created xsi:type="dcterms:W3CDTF">2026-06-13T07:30:19Z</dcterms:created>
  <dcterms:modified xsi:type="dcterms:W3CDTF">2026-06-13T07:30:19Z</dcterms:modified>
</cp:coreProperties>
</file>